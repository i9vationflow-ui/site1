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35231388" cy="19816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íbano" initials="L" lastIdx="4" clrIdx="0">
    <p:extLst>
      <p:ext uri="{19B8F6BF-5375-455C-9EA6-DF929625EA0E}">
        <p15:presenceInfo xmlns:p15="http://schemas.microsoft.com/office/powerpoint/2012/main" userId="Líba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4" d="100"/>
          <a:sy n="24" d="100"/>
        </p:scale>
        <p:origin x="5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30T11:08:48.316" idx="1">
    <p:pos x="16842" y="6106"/>
    <p:text>Colocar o nome da disciplina que será gravada</p:text>
    <p:extLst>
      <p:ext uri="{C676402C-5697-4E1C-873F-D02D1690AC5C}">
        <p15:threadingInfo xmlns:p15="http://schemas.microsoft.com/office/powerpoint/2012/main" timeZoneBias="180"/>
      </p:ext>
    </p:extLst>
  </p:cm>
  <p:cm authorId="1" dt="2024-10-30T11:12:16.962" idx="4">
    <p:pos x="10" y="10"/>
    <p:text>Caso queira colocar mais lâminas de slide é clicar com botão direito e duplicar os slides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30T11:09:15.638" idx="2">
    <p:pos x="7037" y="376"/>
    <p:text/>
    <p:extLst>
      <p:ext uri="{C676402C-5697-4E1C-873F-D02D1690AC5C}">
        <p15:threadingInfo xmlns:p15="http://schemas.microsoft.com/office/powerpoint/2012/main" timeZoneBias="180"/>
      </p:ext>
    </p:extLst>
  </p:cm>
  <p:cm authorId="1" dt="2024-10-30T11:10:10.482" idx="3">
    <p:pos x="7037" y="512"/>
    <p:text>Colocar o nome do bloco, que foi enviado na ementa</p:text>
    <p:extLst>
      <p:ext uri="{C676402C-5697-4E1C-873F-D02D1690AC5C}">
        <p15:threadingInfo xmlns:p15="http://schemas.microsoft.com/office/powerpoint/2012/main" timeZoneBias="180">
          <p15:parentCm authorId="1" idx="2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03924" y="3243162"/>
            <a:ext cx="26423541" cy="6899169"/>
          </a:xfrm>
        </p:spPr>
        <p:txBody>
          <a:bodyPr anchor="b"/>
          <a:lstStyle>
            <a:lvl1pPr algn="ctr">
              <a:defRPr sz="17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03924" y="10408389"/>
            <a:ext cx="26423541" cy="4784462"/>
          </a:xfrm>
        </p:spPr>
        <p:txBody>
          <a:bodyPr/>
          <a:lstStyle>
            <a:lvl1pPr marL="0" indent="0" algn="ctr">
              <a:buNone/>
              <a:defRPr sz="6935"/>
            </a:lvl1pPr>
            <a:lvl2pPr marL="1321125" indent="0" algn="ctr">
              <a:buNone/>
              <a:defRPr sz="5779"/>
            </a:lvl2pPr>
            <a:lvl3pPr marL="2642250" indent="0" algn="ctr">
              <a:buNone/>
              <a:defRPr sz="5201"/>
            </a:lvl3pPr>
            <a:lvl4pPr marL="3963375" indent="0" algn="ctr">
              <a:buNone/>
              <a:defRPr sz="4623"/>
            </a:lvl4pPr>
            <a:lvl5pPr marL="5284500" indent="0" algn="ctr">
              <a:buNone/>
              <a:defRPr sz="4623"/>
            </a:lvl5pPr>
            <a:lvl6pPr marL="6605626" indent="0" algn="ctr">
              <a:buNone/>
              <a:defRPr sz="4623"/>
            </a:lvl6pPr>
            <a:lvl7pPr marL="7926751" indent="0" algn="ctr">
              <a:buNone/>
              <a:defRPr sz="4623"/>
            </a:lvl7pPr>
            <a:lvl8pPr marL="9247876" indent="0" algn="ctr">
              <a:buNone/>
              <a:defRPr sz="4623"/>
            </a:lvl8pPr>
            <a:lvl9pPr marL="10569001" indent="0" algn="ctr">
              <a:buNone/>
              <a:defRPr sz="46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763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23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808" y="4940432"/>
            <a:ext cx="30387072" cy="8243221"/>
          </a:xfrm>
        </p:spPr>
        <p:txBody>
          <a:bodyPr anchor="b"/>
          <a:lstStyle>
            <a:lvl1pPr>
              <a:defRPr sz="17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3808" y="13261638"/>
            <a:ext cx="30387072" cy="4334915"/>
          </a:xfrm>
        </p:spPr>
        <p:txBody>
          <a:bodyPr/>
          <a:lstStyle>
            <a:lvl1pPr marL="0" indent="0">
              <a:buNone/>
              <a:defRPr sz="6935">
                <a:solidFill>
                  <a:schemeClr val="tx1">
                    <a:tint val="75000"/>
                  </a:schemeClr>
                </a:solidFill>
              </a:defRPr>
            </a:lvl1pPr>
            <a:lvl2pPr marL="1321125" indent="0">
              <a:buNone/>
              <a:defRPr sz="5779">
                <a:solidFill>
                  <a:schemeClr val="tx1">
                    <a:tint val="75000"/>
                  </a:schemeClr>
                </a:solidFill>
              </a:defRPr>
            </a:lvl2pPr>
            <a:lvl3pPr marL="2642250" indent="0">
              <a:buNone/>
              <a:defRPr sz="5201">
                <a:solidFill>
                  <a:schemeClr val="tx1">
                    <a:tint val="75000"/>
                  </a:schemeClr>
                </a:solidFill>
              </a:defRPr>
            </a:lvl3pPr>
            <a:lvl4pPr marL="3963375" indent="0">
              <a:buNone/>
              <a:defRPr sz="4623">
                <a:solidFill>
                  <a:schemeClr val="tx1">
                    <a:tint val="75000"/>
                  </a:schemeClr>
                </a:solidFill>
              </a:defRPr>
            </a:lvl4pPr>
            <a:lvl5pPr marL="5284500" indent="0">
              <a:buNone/>
              <a:defRPr sz="4623">
                <a:solidFill>
                  <a:schemeClr val="tx1">
                    <a:tint val="75000"/>
                  </a:schemeClr>
                </a:solidFill>
              </a:defRPr>
            </a:lvl5pPr>
            <a:lvl6pPr marL="6605626" indent="0">
              <a:buNone/>
              <a:defRPr sz="4623">
                <a:solidFill>
                  <a:schemeClr val="tx1">
                    <a:tint val="75000"/>
                  </a:schemeClr>
                </a:solidFill>
              </a:defRPr>
            </a:lvl6pPr>
            <a:lvl7pPr marL="7926751" indent="0">
              <a:buNone/>
              <a:defRPr sz="4623">
                <a:solidFill>
                  <a:schemeClr val="tx1">
                    <a:tint val="75000"/>
                  </a:schemeClr>
                </a:solidFill>
              </a:defRPr>
            </a:lvl7pPr>
            <a:lvl8pPr marL="9247876" indent="0">
              <a:buNone/>
              <a:defRPr sz="4623">
                <a:solidFill>
                  <a:schemeClr val="tx1">
                    <a:tint val="75000"/>
                  </a:schemeClr>
                </a:solidFill>
              </a:defRPr>
            </a:lvl8pPr>
            <a:lvl9pPr marL="10569001" indent="0">
              <a:buNone/>
              <a:defRPr sz="46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34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2158" y="5275296"/>
            <a:ext cx="14973340" cy="125735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35890" y="5275296"/>
            <a:ext cx="14973340" cy="125735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15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6747" y="1055061"/>
            <a:ext cx="30387072" cy="38303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6748" y="4857861"/>
            <a:ext cx="14904527" cy="2380762"/>
          </a:xfrm>
        </p:spPr>
        <p:txBody>
          <a:bodyPr anchor="b"/>
          <a:lstStyle>
            <a:lvl1pPr marL="0" indent="0">
              <a:buNone/>
              <a:defRPr sz="6935" b="1"/>
            </a:lvl1pPr>
            <a:lvl2pPr marL="1321125" indent="0">
              <a:buNone/>
              <a:defRPr sz="5779" b="1"/>
            </a:lvl2pPr>
            <a:lvl3pPr marL="2642250" indent="0">
              <a:buNone/>
              <a:defRPr sz="5201" b="1"/>
            </a:lvl3pPr>
            <a:lvl4pPr marL="3963375" indent="0">
              <a:buNone/>
              <a:defRPr sz="4623" b="1"/>
            </a:lvl4pPr>
            <a:lvl5pPr marL="5284500" indent="0">
              <a:buNone/>
              <a:defRPr sz="4623" b="1"/>
            </a:lvl5pPr>
            <a:lvl6pPr marL="6605626" indent="0">
              <a:buNone/>
              <a:defRPr sz="4623" b="1"/>
            </a:lvl6pPr>
            <a:lvl7pPr marL="7926751" indent="0">
              <a:buNone/>
              <a:defRPr sz="4623" b="1"/>
            </a:lvl7pPr>
            <a:lvl8pPr marL="9247876" indent="0">
              <a:buNone/>
              <a:defRPr sz="4623" b="1"/>
            </a:lvl8pPr>
            <a:lvl9pPr marL="10569001" indent="0">
              <a:buNone/>
              <a:defRPr sz="46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6748" y="7238623"/>
            <a:ext cx="14904527" cy="1064692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835890" y="4857861"/>
            <a:ext cx="14977929" cy="2380762"/>
          </a:xfrm>
        </p:spPr>
        <p:txBody>
          <a:bodyPr anchor="b"/>
          <a:lstStyle>
            <a:lvl1pPr marL="0" indent="0">
              <a:buNone/>
              <a:defRPr sz="6935" b="1"/>
            </a:lvl1pPr>
            <a:lvl2pPr marL="1321125" indent="0">
              <a:buNone/>
              <a:defRPr sz="5779" b="1"/>
            </a:lvl2pPr>
            <a:lvl3pPr marL="2642250" indent="0">
              <a:buNone/>
              <a:defRPr sz="5201" b="1"/>
            </a:lvl3pPr>
            <a:lvl4pPr marL="3963375" indent="0">
              <a:buNone/>
              <a:defRPr sz="4623" b="1"/>
            </a:lvl4pPr>
            <a:lvl5pPr marL="5284500" indent="0">
              <a:buNone/>
              <a:defRPr sz="4623" b="1"/>
            </a:lvl5pPr>
            <a:lvl6pPr marL="6605626" indent="0">
              <a:buNone/>
              <a:defRPr sz="4623" b="1"/>
            </a:lvl6pPr>
            <a:lvl7pPr marL="7926751" indent="0">
              <a:buNone/>
              <a:defRPr sz="4623" b="1"/>
            </a:lvl7pPr>
            <a:lvl8pPr marL="9247876" indent="0">
              <a:buNone/>
              <a:defRPr sz="4623" b="1"/>
            </a:lvl8pPr>
            <a:lvl9pPr marL="10569001" indent="0">
              <a:buNone/>
              <a:defRPr sz="46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835890" y="7238623"/>
            <a:ext cx="14977929" cy="1064692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81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12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2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6748" y="1321118"/>
            <a:ext cx="11363039" cy="4623911"/>
          </a:xfrm>
        </p:spPr>
        <p:txBody>
          <a:bodyPr anchor="b"/>
          <a:lstStyle>
            <a:lvl1pPr>
              <a:defRPr sz="924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77929" y="2853248"/>
            <a:ext cx="17835890" cy="14082746"/>
          </a:xfrm>
        </p:spPr>
        <p:txBody>
          <a:bodyPr/>
          <a:lstStyle>
            <a:lvl1pPr>
              <a:defRPr sz="9247"/>
            </a:lvl1pPr>
            <a:lvl2pPr>
              <a:defRPr sz="8091"/>
            </a:lvl2pPr>
            <a:lvl3pPr>
              <a:defRPr sz="6935"/>
            </a:lvl3pPr>
            <a:lvl4pPr>
              <a:defRPr sz="5779"/>
            </a:lvl4pPr>
            <a:lvl5pPr>
              <a:defRPr sz="5779"/>
            </a:lvl5pPr>
            <a:lvl6pPr>
              <a:defRPr sz="5779"/>
            </a:lvl6pPr>
            <a:lvl7pPr>
              <a:defRPr sz="5779"/>
            </a:lvl7pPr>
            <a:lvl8pPr>
              <a:defRPr sz="5779"/>
            </a:lvl8pPr>
            <a:lvl9pPr>
              <a:defRPr sz="577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6748" y="5945029"/>
            <a:ext cx="11363039" cy="11013901"/>
          </a:xfrm>
        </p:spPr>
        <p:txBody>
          <a:bodyPr/>
          <a:lstStyle>
            <a:lvl1pPr marL="0" indent="0">
              <a:buNone/>
              <a:defRPr sz="4623"/>
            </a:lvl1pPr>
            <a:lvl2pPr marL="1321125" indent="0">
              <a:buNone/>
              <a:defRPr sz="4045"/>
            </a:lvl2pPr>
            <a:lvl3pPr marL="2642250" indent="0">
              <a:buNone/>
              <a:defRPr sz="3468"/>
            </a:lvl3pPr>
            <a:lvl4pPr marL="3963375" indent="0">
              <a:buNone/>
              <a:defRPr sz="2890"/>
            </a:lvl4pPr>
            <a:lvl5pPr marL="5284500" indent="0">
              <a:buNone/>
              <a:defRPr sz="2890"/>
            </a:lvl5pPr>
            <a:lvl6pPr marL="6605626" indent="0">
              <a:buNone/>
              <a:defRPr sz="2890"/>
            </a:lvl6pPr>
            <a:lvl7pPr marL="7926751" indent="0">
              <a:buNone/>
              <a:defRPr sz="2890"/>
            </a:lvl7pPr>
            <a:lvl8pPr marL="9247876" indent="0">
              <a:buNone/>
              <a:defRPr sz="2890"/>
            </a:lvl8pPr>
            <a:lvl9pPr marL="10569001" indent="0">
              <a:buNone/>
              <a:defRPr sz="289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10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6748" y="1321118"/>
            <a:ext cx="11363039" cy="4623911"/>
          </a:xfrm>
        </p:spPr>
        <p:txBody>
          <a:bodyPr anchor="b"/>
          <a:lstStyle>
            <a:lvl1pPr>
              <a:defRPr sz="924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977929" y="2853248"/>
            <a:ext cx="17835890" cy="14082746"/>
          </a:xfrm>
        </p:spPr>
        <p:txBody>
          <a:bodyPr anchor="t"/>
          <a:lstStyle>
            <a:lvl1pPr marL="0" indent="0">
              <a:buNone/>
              <a:defRPr sz="9247"/>
            </a:lvl1pPr>
            <a:lvl2pPr marL="1321125" indent="0">
              <a:buNone/>
              <a:defRPr sz="8091"/>
            </a:lvl2pPr>
            <a:lvl3pPr marL="2642250" indent="0">
              <a:buNone/>
              <a:defRPr sz="6935"/>
            </a:lvl3pPr>
            <a:lvl4pPr marL="3963375" indent="0">
              <a:buNone/>
              <a:defRPr sz="5779"/>
            </a:lvl4pPr>
            <a:lvl5pPr marL="5284500" indent="0">
              <a:buNone/>
              <a:defRPr sz="5779"/>
            </a:lvl5pPr>
            <a:lvl6pPr marL="6605626" indent="0">
              <a:buNone/>
              <a:defRPr sz="5779"/>
            </a:lvl6pPr>
            <a:lvl7pPr marL="7926751" indent="0">
              <a:buNone/>
              <a:defRPr sz="5779"/>
            </a:lvl7pPr>
            <a:lvl8pPr marL="9247876" indent="0">
              <a:buNone/>
              <a:defRPr sz="5779"/>
            </a:lvl8pPr>
            <a:lvl9pPr marL="10569001" indent="0">
              <a:buNone/>
              <a:defRPr sz="577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6748" y="5945029"/>
            <a:ext cx="11363039" cy="11013901"/>
          </a:xfrm>
        </p:spPr>
        <p:txBody>
          <a:bodyPr/>
          <a:lstStyle>
            <a:lvl1pPr marL="0" indent="0">
              <a:buNone/>
              <a:defRPr sz="4623"/>
            </a:lvl1pPr>
            <a:lvl2pPr marL="1321125" indent="0">
              <a:buNone/>
              <a:defRPr sz="4045"/>
            </a:lvl2pPr>
            <a:lvl3pPr marL="2642250" indent="0">
              <a:buNone/>
              <a:defRPr sz="3468"/>
            </a:lvl3pPr>
            <a:lvl4pPr marL="3963375" indent="0">
              <a:buNone/>
              <a:defRPr sz="2890"/>
            </a:lvl4pPr>
            <a:lvl5pPr marL="5284500" indent="0">
              <a:buNone/>
              <a:defRPr sz="2890"/>
            </a:lvl5pPr>
            <a:lvl6pPr marL="6605626" indent="0">
              <a:buNone/>
              <a:defRPr sz="2890"/>
            </a:lvl6pPr>
            <a:lvl7pPr marL="7926751" indent="0">
              <a:buNone/>
              <a:defRPr sz="2890"/>
            </a:lvl7pPr>
            <a:lvl8pPr marL="9247876" indent="0">
              <a:buNone/>
              <a:defRPr sz="2890"/>
            </a:lvl8pPr>
            <a:lvl9pPr marL="10569001" indent="0">
              <a:buNone/>
              <a:defRPr sz="289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43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1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212462" y="1055059"/>
            <a:ext cx="7596768" cy="1679379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2158" y="1055059"/>
            <a:ext cx="22349912" cy="1679379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02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2158" y="1055061"/>
            <a:ext cx="30387072" cy="3830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2158" y="5275296"/>
            <a:ext cx="30387072" cy="12573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22158" y="18367205"/>
            <a:ext cx="7927062" cy="1055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6F1D9-2EC9-4D00-AFE5-1EC3C34AD496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70398" y="18367205"/>
            <a:ext cx="11890593" cy="1055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882168" y="18367205"/>
            <a:ext cx="7927062" cy="1055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05FBA-BDED-4FDC-BACF-4D92259189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01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642250" rtl="0" eaLnBrk="1" latinLnBrk="0" hangingPunct="1">
        <a:lnSpc>
          <a:spcPct val="90000"/>
        </a:lnSpc>
        <a:spcBef>
          <a:spcPct val="0"/>
        </a:spcBef>
        <a:buNone/>
        <a:defRPr sz="12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0563" indent="-660563" algn="l" defTabSz="2642250" rtl="0" eaLnBrk="1" latinLnBrk="0" hangingPunct="1">
        <a:lnSpc>
          <a:spcPct val="90000"/>
        </a:lnSpc>
        <a:spcBef>
          <a:spcPts val="2890"/>
        </a:spcBef>
        <a:buFont typeface="Arial" panose="020B0604020202020204" pitchFamily="34" charset="0"/>
        <a:buChar char="•"/>
        <a:defRPr sz="8091" kern="1200">
          <a:solidFill>
            <a:schemeClr val="tx1"/>
          </a:solidFill>
          <a:latin typeface="+mn-lt"/>
          <a:ea typeface="+mn-ea"/>
          <a:cs typeface="+mn-cs"/>
        </a:defRPr>
      </a:lvl1pPr>
      <a:lvl2pPr marL="1981688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6935" kern="1200">
          <a:solidFill>
            <a:schemeClr val="tx1"/>
          </a:solidFill>
          <a:latin typeface="+mn-lt"/>
          <a:ea typeface="+mn-ea"/>
          <a:cs typeface="+mn-cs"/>
        </a:defRPr>
      </a:lvl2pPr>
      <a:lvl3pPr marL="3302813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779" kern="1200">
          <a:solidFill>
            <a:schemeClr val="tx1"/>
          </a:solidFill>
          <a:latin typeface="+mn-lt"/>
          <a:ea typeface="+mn-ea"/>
          <a:cs typeface="+mn-cs"/>
        </a:defRPr>
      </a:lvl3pPr>
      <a:lvl4pPr marL="4623938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201" kern="1200">
          <a:solidFill>
            <a:schemeClr val="tx1"/>
          </a:solidFill>
          <a:latin typeface="+mn-lt"/>
          <a:ea typeface="+mn-ea"/>
          <a:cs typeface="+mn-cs"/>
        </a:defRPr>
      </a:lvl4pPr>
      <a:lvl5pPr marL="5945063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201" kern="1200">
          <a:solidFill>
            <a:schemeClr val="tx1"/>
          </a:solidFill>
          <a:latin typeface="+mn-lt"/>
          <a:ea typeface="+mn-ea"/>
          <a:cs typeface="+mn-cs"/>
        </a:defRPr>
      </a:lvl5pPr>
      <a:lvl6pPr marL="7266188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201" kern="1200">
          <a:solidFill>
            <a:schemeClr val="tx1"/>
          </a:solidFill>
          <a:latin typeface="+mn-lt"/>
          <a:ea typeface="+mn-ea"/>
          <a:cs typeface="+mn-cs"/>
        </a:defRPr>
      </a:lvl6pPr>
      <a:lvl7pPr marL="8587313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201" kern="1200">
          <a:solidFill>
            <a:schemeClr val="tx1"/>
          </a:solidFill>
          <a:latin typeface="+mn-lt"/>
          <a:ea typeface="+mn-ea"/>
          <a:cs typeface="+mn-cs"/>
        </a:defRPr>
      </a:lvl7pPr>
      <a:lvl8pPr marL="9908438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201" kern="1200">
          <a:solidFill>
            <a:schemeClr val="tx1"/>
          </a:solidFill>
          <a:latin typeface="+mn-lt"/>
          <a:ea typeface="+mn-ea"/>
          <a:cs typeface="+mn-cs"/>
        </a:defRPr>
      </a:lvl8pPr>
      <a:lvl9pPr marL="11229564" indent="-660563" algn="l" defTabSz="264225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52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1pPr>
      <a:lvl2pPr marL="1321125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2pPr>
      <a:lvl3pPr marL="2642250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3pPr>
      <a:lvl4pPr marL="3963375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4pPr>
      <a:lvl5pPr marL="5284500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5pPr>
      <a:lvl6pPr marL="6605626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6pPr>
      <a:lvl7pPr marL="7926751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7pPr>
      <a:lvl8pPr marL="9247876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8pPr>
      <a:lvl9pPr marL="10569001" algn="l" defTabSz="2642250" rtl="0" eaLnBrk="1" latinLnBrk="0" hangingPunct="1">
        <a:defRPr sz="52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="" xmlns:a16="http://schemas.microsoft.com/office/drawing/2014/main" id="{F463EFD1-76CA-9156-A535-D8FD2011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086E3F80-4C41-7681-F791-9BE24DC76036}"/>
              </a:ext>
            </a:extLst>
          </p:cNvPr>
          <p:cNvSpPr txBox="1"/>
          <p:nvPr/>
        </p:nvSpPr>
        <p:spPr>
          <a:xfrm>
            <a:off x="15810680" y="6361788"/>
            <a:ext cx="3252814" cy="81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94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Educação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66787A89-99F4-4EB5-1CC4-800688CE9257}"/>
              </a:ext>
            </a:extLst>
          </p:cNvPr>
          <p:cNvSpPr txBox="1"/>
          <p:nvPr/>
        </p:nvSpPr>
        <p:spPr>
          <a:xfrm>
            <a:off x="885906" y="9652668"/>
            <a:ext cx="33459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0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NOME DA </a:t>
            </a:r>
            <a:r>
              <a:rPr lang="pt-BR" sz="12000" dirty="0" smtClean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DISCIPLINA</a:t>
            </a:r>
            <a:endParaRPr lang="pt-BR" sz="12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71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881863" y="542061"/>
            <a:ext cx="89162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Nome do Bloco</a:t>
            </a:r>
          </a:p>
        </p:txBody>
      </p:sp>
    </p:spTree>
    <p:extLst>
      <p:ext uri="{BB962C8B-B14F-4D97-AF65-F5344CB8AC3E}">
        <p14:creationId xmlns:p14="http://schemas.microsoft.com/office/powerpoint/2010/main" val="268398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881863" y="542061"/>
            <a:ext cx="89162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Nome do Bloco</a:t>
            </a:r>
          </a:p>
        </p:txBody>
      </p:sp>
    </p:spTree>
    <p:extLst>
      <p:ext uri="{BB962C8B-B14F-4D97-AF65-F5344CB8AC3E}">
        <p14:creationId xmlns:p14="http://schemas.microsoft.com/office/powerpoint/2010/main" val="207889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428245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303536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223843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99043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132229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296036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64469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3049632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259524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5F63120B-5EFA-025A-F533-EB6B0080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9164" y="-151849"/>
            <a:ext cx="35769716" cy="2012046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A33EDB82-9CDB-010C-9551-749F3C5DC8DD}"/>
              </a:ext>
            </a:extLst>
          </p:cNvPr>
          <p:cNvSpPr txBox="1"/>
          <p:nvPr/>
        </p:nvSpPr>
        <p:spPr>
          <a:xfrm>
            <a:off x="1323217" y="542061"/>
            <a:ext cx="10033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r>
              <a:rPr lang="pt-BR" sz="8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8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Bloco</a:t>
            </a:r>
          </a:p>
        </p:txBody>
      </p:sp>
    </p:spTree>
    <p:extLst>
      <p:ext uri="{BB962C8B-B14F-4D97-AF65-F5344CB8AC3E}">
        <p14:creationId xmlns:p14="http://schemas.microsoft.com/office/powerpoint/2010/main" val="3999163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64</Words>
  <Application>Microsoft Office PowerPoint</Application>
  <PresentationFormat>Personalizar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Poppins</vt:lpstr>
      <vt:lpstr>Poppins 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Rosário</dc:creator>
  <cp:lastModifiedBy>Líbano</cp:lastModifiedBy>
  <cp:revision>11</cp:revision>
  <dcterms:created xsi:type="dcterms:W3CDTF">2023-06-01T14:34:33Z</dcterms:created>
  <dcterms:modified xsi:type="dcterms:W3CDTF">2024-10-30T14:13:13Z</dcterms:modified>
</cp:coreProperties>
</file>